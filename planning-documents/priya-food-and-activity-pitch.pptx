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 dont look at the price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say no to this, show them the slide with the price later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 will say surf. ignore.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menu slide: this is not a request, it is a warning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E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pastel de nata agenda 🥐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13258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7A275A"/>
                </a:solidFill>
              </a:rPr>
              <a:t>not a spreadsheet. a lifestyle decision.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594360" y="59436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275A"/>
                </a:solidFill>
              </a:rPr>
              <a:t>MAY 2027 / 4 adults / zero restraint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1B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maré baixa is the first-night answer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85800" y="1234440"/>
            <a:ext cx="557784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• Cais do Sodré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• seafood plates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• directory says €€€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• i want the arroz de marisco + whatever has too much butter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• reservation at 8:30?? maya has it wrong probably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903720" y="1143000"/>
            <a:ext cx="4023360" cy="2880360"/>
          </a:xfrm>
          <a:prstGeom prst="rect">
            <a:avLst/>
          </a:prstGeom>
          <a:solidFill>
            <a:srgbClr val="F3E3CF"/>
          </a:solidFill>
          <a:ln w="12700">
            <a:solidFill>
              <a:srgbClr val="C8A6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0" y="1993392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65438"/>
                </a:solidFill>
              </a:rPr>
              <a:t>[screenshot placeholder]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765438"/>
                </a:solidFill>
              </a:rPr>
              <a:t>Mesa Lisboa Index / listing 014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765438"/>
                </a:solidFill>
              </a:rPr>
              <a:t>Maré Baixa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B9E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sam is wrong about surfing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77240" y="1417320"/>
            <a:ext cx="9692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3B5C"/>
                </a:solidFill>
              </a:rPr>
              <a:t>because we have ONE actual group day in Sintra booked.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003B5C"/>
                </a:solidFill>
              </a:rPr>
              <a:t>he can find a wave on sunday. probably.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143000" y="4023360"/>
            <a:ext cx="9235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5B82"/>
                </a:solidFill>
              </a:rPr>
              <a:t>Rota Curta Excursões / Sintra Palaces / 08:02 / €79 each / palaces included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4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1B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photo grid i need us to respect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2926080" cy="3108960"/>
          </a:xfrm>
          <a:prstGeom prst="rect">
            <a:avLst/>
          </a:prstGeom>
          <a:solidFill>
            <a:srgbClr val="DED6C5"/>
          </a:solidFill>
          <a:ln w="12700">
            <a:solidFill>
              <a:srgbClr val="8B81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2432304"/>
            <a:ext cx="2468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4F45"/>
                </a:solidFill>
              </a:rPr>
              <a:t>[screenshot placeholder]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94F45"/>
                </a:solidFill>
              </a:rPr>
              <a:t>alfama stairs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94F45"/>
                </a:solidFill>
              </a:rPr>
              <a:t>source: Lisbon Atlas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60520" y="1188720"/>
            <a:ext cx="2926080" cy="3108960"/>
          </a:xfrm>
          <a:prstGeom prst="rect">
            <a:avLst/>
          </a:prstGeom>
          <a:solidFill>
            <a:srgbClr val="FFD1DC"/>
          </a:solidFill>
          <a:ln w="12700">
            <a:solidFill>
              <a:srgbClr val="8B81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89120" y="2432304"/>
            <a:ext cx="2468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4F45"/>
                </a:solidFill>
              </a:rPr>
              <a:t>[screenshot placeholder]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94F45"/>
                </a:solidFill>
              </a:rPr>
              <a:t>pastel + coffee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94F45"/>
                </a:solidFill>
              </a:rPr>
              <a:t>source: Lisbon Atlas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80960" y="1188720"/>
            <a:ext cx="2926080" cy="3108960"/>
          </a:xfrm>
          <a:prstGeom prst="rect">
            <a:avLst/>
          </a:prstGeom>
          <a:solidFill>
            <a:srgbClr val="DED6C5"/>
          </a:solidFill>
          <a:ln w="12700">
            <a:solidFill>
              <a:srgbClr val="8B81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09560" y="2432304"/>
            <a:ext cx="2468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4F45"/>
                </a:solidFill>
              </a:rPr>
              <a:t>[screenshot placeholder]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94F45"/>
                </a:solidFill>
              </a:rPr>
              <a:t>sintra fog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94F45"/>
                </a:solidFill>
              </a:rPr>
              <a:t>source: Lisbon Atlas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4892040"/>
            <a:ext cx="6766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4F45"/>
                </a:solidFill>
              </a:rPr>
              <a:t>also no one wears all black in every photo please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F16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DE5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counterpoint: maybe surf 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657600" y="24231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fine. MAYBE.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926080" y="3749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DE59"/>
                </a:solidFill>
              </a:rPr>
              <a:t>only if everyone actually votes and no one flakes.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1B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extremely serious food math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85800" y="1234440"/>
            <a:ext cx="649224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Maré Baixa: €€€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first-night table / book it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pastel situation: non-negotiable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last dinner: TBD bc dev wants ‘an actual budget’ which is rude but fair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also i found three bakeries but maya said no more tabs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635240" y="1325880"/>
            <a:ext cx="3246120" cy="3246120"/>
          </a:xfrm>
          <a:prstGeom prst="rect">
            <a:avLst/>
          </a:prstGeom>
          <a:solidFill>
            <a:srgbClr val="FFE66D"/>
          </a:solidFill>
          <a:ln w="25400">
            <a:solidFill>
              <a:srgbClr val="E6B8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0" y="1874520"/>
            <a:ext cx="2606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C5300"/>
                </a:solidFill>
              </a:rPr>
              <a:t>THIS 😭</a:t>
            </a:r>
            <a:endParaRPr lang="en-US" sz="1800" dirty="0"/>
          </a:p>
          <a:p>
            <a:pPr algn="ctr" indent="0" marL="0">
              <a:buNone/>
            </a:pP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6C5300"/>
                </a:solidFill>
              </a:rPr>
              <a:t>[pasted menu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6C5300"/>
                </a:solidFill>
              </a:rPr>
              <a:t>screenshot]</a:t>
            </a:r>
            <a:endParaRPr lang="en-US" sz="1800" dirty="0"/>
          </a:p>
          <a:p>
            <a:pPr algn="ctr" indent="0" marL="0">
              <a:buNone/>
            </a:pP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6C5300"/>
                </a:solidFill>
              </a:rPr>
              <a:t>arroz de marisco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5D8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2240280"/>
            <a:ext cx="9966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vote in the gc</a:t>
            </a: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lisbon food + activity pitch</dc:subject>
  <dc:creator>Priya Iyer</dc:creator>
  <cp:lastModifiedBy>Priya Iyer</cp:lastModifiedBy>
  <cp:revision>1</cp:revision>
  <dcterms:created xsi:type="dcterms:W3CDTF">2026-09-21T16:35:19Z</dcterms:created>
  <dcterms:modified xsi:type="dcterms:W3CDTF">2026-09-21T16:35:19Z</dcterms:modified>
</cp:coreProperties>
</file>
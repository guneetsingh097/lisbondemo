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 dont look at the price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people say no, show them this one again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 will say surf. ignore.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menu slide: this is not a request, it is a warning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2185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pastel de nata agenda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307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A27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2027 / not a spreadsheet / thank god</a:t>
            </a:r>
            <a:endParaRPr lang="en-US" sz="1700" dirty="0"/>
          </a:p>
        </p:txBody>
      </p:sp>
      <p:pic>
        <p:nvPicPr>
          <p:cNvPr id="4" name="Image 0" descr="C:\Users\gusing\.copilot\chats\2026-09-18\ubiquitous-parakeet-7374a405\images-pexels\pastel-de-nata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78040" y="1280160"/>
            <a:ext cx="347472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937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🥐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3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maré baixa is the first-night answer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13232" y="1298448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050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cais do sodré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4050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seafood plates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4050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€€€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4050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8:30 is the plan i have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4050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arroz de marisco. i rest my case.</a:t>
            </a:r>
            <a:endParaRPr lang="en-US" sz="2100" dirty="0"/>
          </a:p>
        </p:txBody>
      </p:sp>
      <p:pic>
        <p:nvPicPr>
          <p:cNvPr id="4" name="Image 0" descr="C:\Users\gusing\.copilot\chats\2026-09-18\ubiquitous-parakeet-7374a405\images-pexels\seafood-platter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66360" y="1115568"/>
            <a:ext cx="50749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9E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sam is wrong about surfing</a:t>
            </a:r>
            <a:endParaRPr lang="en-US" sz="3000" dirty="0"/>
          </a:p>
        </p:txBody>
      </p:sp>
      <p:pic>
        <p:nvPicPr>
          <p:cNvPr id="3" name="Image 0" descr="C:\Users\gusing\.copilot\chats\2026-09-18\ubiquitous-parakeet-7374a405\images-pexels\castle-sintra-portugal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417320"/>
            <a:ext cx="4023360" cy="3383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23560" y="1572768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B5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Rota Curta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03B5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Sintra Palaces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03B5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08:02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03B5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€79 each</a:t>
            </a:r>
            <a:endParaRPr lang="en-US" sz="2500" dirty="0"/>
          </a:p>
          <a:p>
            <a:pPr indent="0" marL="0">
              <a:buNone/>
            </a:pP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03B5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we are already booked.</a:t>
            </a:r>
            <a:endParaRPr lang="en-US" sz="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94F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 grid i need us to respect</a:t>
            </a:r>
            <a:endParaRPr lang="en-US" sz="2700" dirty="0"/>
          </a:p>
        </p:txBody>
      </p:sp>
      <p:pic>
        <p:nvPicPr>
          <p:cNvPr id="3" name="Image 0" descr="C:\Users\gusing\.copilot\chats\2026-09-18\ubiquitous-parakeet-7374a405\images-pexels\alfama-street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261872"/>
            <a:ext cx="2926080" cy="32735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4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alfama stairs</a:t>
            </a:r>
            <a:endParaRPr lang="en-US" sz="1300" dirty="0"/>
          </a:p>
        </p:txBody>
      </p:sp>
      <p:pic>
        <p:nvPicPr>
          <p:cNvPr id="5" name="Image 1" descr="C:\Users\gusing\.copilot\chats\2026-09-18\ubiquitous-parakeet-7374a405\images-pexels\pastel-de-nata-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60520" y="1261872"/>
            <a:ext cx="2926080" cy="32735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6052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4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pastel + coffee</a:t>
            </a:r>
            <a:endParaRPr lang="en-US" sz="1300" dirty="0"/>
          </a:p>
        </p:txBody>
      </p:sp>
      <p:pic>
        <p:nvPicPr>
          <p:cNvPr id="7" name="Image 2" descr="C:\Users\gusing\.copilot\chats\2026-09-18\ubiquitous-parakeet-7374a405\images-pexels\castle-sintra-portugal-4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662672" y="1261872"/>
            <a:ext cx="2926080" cy="32735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62672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4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sintra fog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16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488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DE5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fine. maybe surf day.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011680" y="3675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if people answer the group chat like adults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976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3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extremely serious food math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13232" y="1261872"/>
            <a:ext cx="4800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4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maré baixa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334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night. book it.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334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pastel situation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334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non-negotiable.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334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 dinner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334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TBD because dev wants an “actual budget”</a:t>
            </a:r>
            <a:endParaRPr lang="en-US" sz="2200" dirty="0"/>
          </a:p>
        </p:txBody>
      </p:sp>
      <p:pic>
        <p:nvPicPr>
          <p:cNvPr id="4" name="Image 0" descr="C:\Users\gusing\.copilot\chats\2026-09-18\ubiquitous-parakeet-7374a405\images-pexels\portuguese-food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29400" y="1225296"/>
            <a:ext cx="352044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9520" y="42245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1E6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THIS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5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22402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vote in the gc</a:t>
            </a:r>
            <a:endParaRPr lang="en-US" sz="5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food + activity argument</dc:subject>
  <dc:creator>Priya Iyer</dc:creator>
  <cp:lastModifiedBy>Priya Iyer</cp:lastModifiedBy>
  <cp:revision>1</cp:revision>
  <dcterms:created xsi:type="dcterms:W3CDTF">2026-09-21T17:47:27Z</dcterms:created>
  <dcterms:modified xsi:type="dcterms:W3CDTF">2026-09-21T17:47:27Z</dcterms:modified>
</cp:coreProperties>
</file>